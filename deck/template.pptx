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Times New Roman Bold" charset="1" panose="02020803070505020304"/>
      <p:regular r:id="rId12"/>
    </p:embeddedFont>
    <p:embeddedFont>
      <p:font typeface="JetBrains Mono Bold" charset="1" panose="02010809030102050004"/>
      <p:regular r:id="rId13"/>
    </p:embeddedFont>
    <p:embeddedFont>
      <p:font typeface="Times New Roman" charset="1" panose="020206030504050203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6" y="2372"/>
            <a:ext cx="453571" cy="6573955"/>
            <a:chOff x="0" y="0"/>
            <a:chExt cx="604761" cy="87652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4774" cy="8765286"/>
            </a:xfrm>
            <a:custGeom>
              <a:avLst/>
              <a:gdLst/>
              <a:ahLst/>
              <a:cxnLst/>
              <a:rect r="r" b="b" t="t" l="l"/>
              <a:pathLst>
                <a:path h="8765286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765286"/>
                  </a:lnTo>
                  <a:lnTo>
                    <a:pt x="0" y="8765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5877" t="0" r="-8587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4047" y="0"/>
            <a:ext cx="167745" cy="5803392"/>
            <a:chOff x="0" y="0"/>
            <a:chExt cx="223660" cy="7737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3647" cy="7737856"/>
            </a:xfrm>
            <a:custGeom>
              <a:avLst/>
              <a:gdLst/>
              <a:ahLst/>
              <a:cxnLst/>
              <a:rect r="r" b="b" t="t" l="l"/>
              <a:pathLst>
                <a:path h="7737856" w="223647">
                  <a:moveTo>
                    <a:pt x="0" y="0"/>
                  </a:moveTo>
                  <a:lnTo>
                    <a:pt x="223647" y="0"/>
                  </a:lnTo>
                  <a:lnTo>
                    <a:pt x="223647" y="7737856"/>
                  </a:lnTo>
                  <a:lnTo>
                    <a:pt x="0" y="773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23" t="0" r="-93929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1792" y="-450"/>
            <a:ext cx="1281868" cy="1281868"/>
            <a:chOff x="0" y="0"/>
            <a:chExt cx="1709158" cy="170915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07226" y="107226"/>
              <a:ext cx="1494706" cy="149470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1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9158" cy="1709158"/>
            </a:xfrm>
            <a:custGeom>
              <a:avLst/>
              <a:gdLst/>
              <a:ahLst/>
              <a:cxnLst/>
              <a:rect r="r" b="b" t="t" l="l"/>
              <a:pathLst>
                <a:path h="1709158" w="1709158">
                  <a:moveTo>
                    <a:pt x="0" y="0"/>
                  </a:moveTo>
                  <a:lnTo>
                    <a:pt x="1709158" y="0"/>
                  </a:lnTo>
                  <a:lnTo>
                    <a:pt x="1709158" y="1709158"/>
                  </a:lnTo>
                  <a:lnTo>
                    <a:pt x="0" y="170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850606" y="0"/>
            <a:ext cx="2556277" cy="856736"/>
          </a:xfrm>
          <a:custGeom>
            <a:avLst/>
            <a:gdLst/>
            <a:ahLst/>
            <a:cxnLst/>
            <a:rect r="r" b="b" t="t" l="l"/>
            <a:pathLst>
              <a:path h="856736" w="2556277">
                <a:moveTo>
                  <a:pt x="0" y="0"/>
                </a:moveTo>
                <a:lnTo>
                  <a:pt x="2556277" y="0"/>
                </a:lnTo>
                <a:lnTo>
                  <a:pt x="2556277" y="856736"/>
                </a:lnTo>
                <a:lnTo>
                  <a:pt x="0" y="85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12160" y="505954"/>
            <a:ext cx="4833168" cy="1614203"/>
          </a:xfrm>
          <a:custGeom>
            <a:avLst/>
            <a:gdLst/>
            <a:ahLst/>
            <a:cxnLst/>
            <a:rect r="r" b="b" t="t" l="l"/>
            <a:pathLst>
              <a:path h="1614203" w="4833168">
                <a:moveTo>
                  <a:pt x="0" y="0"/>
                </a:moveTo>
                <a:lnTo>
                  <a:pt x="4833169" y="0"/>
                </a:lnTo>
                <a:lnTo>
                  <a:pt x="4833169" y="1614203"/>
                </a:lnTo>
                <a:lnTo>
                  <a:pt x="0" y="1614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02630" y="1706828"/>
            <a:ext cx="8107680" cy="158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HACKDAY MUMBAI</a:t>
            </a:r>
          </a:p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x</a:t>
            </a:r>
          </a:p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ISTE KJSSE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40997" y="3473091"/>
            <a:ext cx="229592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Name: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&amp; Workflow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Feasability &amp; Viability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Impacts &amp; Benefits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8554" y="309369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References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DAHX9QlV6y0</dc:identifier>
  <dcterms:modified xsi:type="dcterms:W3CDTF">2011-08-01T06:04:30Z</dcterms:modified>
  <cp:revision>1</cp:revision>
  <dc:title>Abhiyantriki- Hacktoberfest  Submission </dc:title>
</cp:coreProperties>
</file>